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91" d="100"/>
          <a:sy n="91" d="100"/>
        </p:scale>
        <p:origin x="2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All Assets by condition">
            <a:extLst>
              <a:ext uri="{FF2B5EF4-FFF2-40B4-BE49-F238E27FC236}">
                <a16:creationId xmlns:a16="http://schemas.microsoft.com/office/drawing/2014/main" id="{CCF60050-5FA0-444B-B4E2-78E44FFB7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criticality 1">
            <a:extLst>
              <a:ext uri="{FF2B5EF4-FFF2-40B4-BE49-F238E27FC236}">
                <a16:creationId xmlns:a16="http://schemas.microsoft.com/office/drawing/2014/main" id="{68C68106-6007-435F-BD5F-7EB6E758B3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criticality 2">
            <a:extLst>
              <a:ext uri="{FF2B5EF4-FFF2-40B4-BE49-F238E27FC236}">
                <a16:creationId xmlns:a16="http://schemas.microsoft.com/office/drawing/2014/main" id="{AED08E98-3BE0-4510-A15D-4037DCD7F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 10 condition">
            <a:extLst>
              <a:ext uri="{FF2B5EF4-FFF2-40B4-BE49-F238E27FC236}">
                <a16:creationId xmlns:a16="http://schemas.microsoft.com/office/drawing/2014/main" id="{93C74FAF-E443-47D7-AF18-9AAC0AA02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10 critical">
            <a:extLst>
              <a:ext uri="{FF2B5EF4-FFF2-40B4-BE49-F238E27FC236}">
                <a16:creationId xmlns:a16="http://schemas.microsoft.com/office/drawing/2014/main" id="{A37A9D7B-54C2-4D51-B913-16424FEDC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sfg20">
            <a:extLst>
              <a:ext uri="{FF2B5EF4-FFF2-40B4-BE49-F238E27FC236}">
                <a16:creationId xmlns:a16="http://schemas.microsoft.com/office/drawing/2014/main" id="{5D325D97-6AC1-41F7-98F6-CD3C9B221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lide11" descr="Dashboard 10">
            <a:extLst>
              <a:ext uri="{FF2B5EF4-FFF2-40B4-BE49-F238E27FC236}">
                <a16:creationId xmlns:a16="http://schemas.microsoft.com/office/drawing/2014/main" id="{4FADE496-9D60-403F-8E30-9495F5708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Amy</cp:lastModifiedBy>
  <cp:revision>1</cp:revision>
  <dcterms:created xsi:type="dcterms:W3CDTF">2025-04-14T14:57:40Z</dcterms:created>
  <dcterms:modified xsi:type="dcterms:W3CDTF">2025-11-14T19:29:25Z</dcterms:modified>
</cp:coreProperties>
</file>